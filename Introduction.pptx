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First_appearance" TargetMode="External"/><Relationship Id="rId13" Type="http://schemas.openxmlformats.org/officeDocument/2006/relationships/hyperlink" Target="https://en.wikipedia.org/wiki/Thor_(Marvel_Comics)" TargetMode="External"/><Relationship Id="rId18" Type="http://schemas.openxmlformats.org/officeDocument/2006/relationships/hyperlink" Target="https://en.wikipedia.org/wiki/Iron_Man_armor" TargetMode="External"/><Relationship Id="rId3" Type="http://schemas.openxmlformats.org/officeDocument/2006/relationships/hyperlink" Target="https://en.wikipedia.org/wiki/Marvel_Comics" TargetMode="External"/><Relationship Id="rId7" Type="http://schemas.openxmlformats.org/officeDocument/2006/relationships/hyperlink" Target="https://en.wikipedia.org/wiki/Jack_Kirby" TargetMode="External"/><Relationship Id="rId12" Type="http://schemas.openxmlformats.org/officeDocument/2006/relationships/hyperlink" Target="https://en.wikipedia.org/wiki/Avengers_(comics)" TargetMode="External"/><Relationship Id="rId17" Type="http://schemas.openxmlformats.org/officeDocument/2006/relationships/hyperlink" Target="https://en.wikipedia.org/wiki/Stark_Industries" TargetMode="External"/><Relationship Id="rId2" Type="http://schemas.openxmlformats.org/officeDocument/2006/relationships/hyperlink" Target="https://en.wikipedia.org/wiki/American_comic_book" TargetMode="External"/><Relationship Id="rId16" Type="http://schemas.openxmlformats.org/officeDocument/2006/relationships/hyperlink" Target="https://en.wikipedia.org/wiki/Hulk" TargetMode="External"/><Relationship Id="rId1" Type="http://schemas.openxmlformats.org/officeDocument/2006/relationships/hyperlink" Target="https://en.wikipedia.org/wiki/Superhero" TargetMode="External"/><Relationship Id="rId6" Type="http://schemas.openxmlformats.org/officeDocument/2006/relationships/hyperlink" Target="https://en.wikipedia.org/wiki/Don_Heck" TargetMode="External"/><Relationship Id="rId11" Type="http://schemas.openxmlformats.org/officeDocument/2006/relationships/hyperlink" Target="https://en.wikipedia.org/wiki/Iron_Man_(comic_book)" TargetMode="External"/><Relationship Id="rId5" Type="http://schemas.openxmlformats.org/officeDocument/2006/relationships/hyperlink" Target="https://en.wikipedia.org/wiki/Larry_Lieber" TargetMode="External"/><Relationship Id="rId15" Type="http://schemas.openxmlformats.org/officeDocument/2006/relationships/hyperlink" Target="https://en.wikipedia.org/wiki/Wasp_(character)" TargetMode="External"/><Relationship Id="rId10" Type="http://schemas.openxmlformats.org/officeDocument/2006/relationships/hyperlink" Target="https://en.wikipedia.org/wiki/Cover_date" TargetMode="External"/><Relationship Id="rId19" Type="http://schemas.openxmlformats.org/officeDocument/2006/relationships/hyperlink" Target="https://en.wikipedia.org/wiki/Vietnam_War" TargetMode="External"/><Relationship Id="rId4" Type="http://schemas.openxmlformats.org/officeDocument/2006/relationships/hyperlink" Target="https://en.wikipedia.org/wiki/Stan_Lee" TargetMode="External"/><Relationship Id="rId9" Type="http://schemas.openxmlformats.org/officeDocument/2006/relationships/hyperlink" Target="https://en.wikipedia.org/wiki/Tales_of_Suspense" TargetMode="External"/><Relationship Id="rId14" Type="http://schemas.openxmlformats.org/officeDocument/2006/relationships/hyperlink" Target="https://en.wikipedia.org/wiki/Hank_Pym" TargetMode="External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First_appearance" TargetMode="External"/><Relationship Id="rId13" Type="http://schemas.openxmlformats.org/officeDocument/2006/relationships/hyperlink" Target="https://en.wikipedia.org/wiki/Thor_(Marvel_Comics)" TargetMode="External"/><Relationship Id="rId18" Type="http://schemas.openxmlformats.org/officeDocument/2006/relationships/hyperlink" Target="https://en.wikipedia.org/wiki/Iron_Man_armor" TargetMode="External"/><Relationship Id="rId3" Type="http://schemas.openxmlformats.org/officeDocument/2006/relationships/hyperlink" Target="https://en.wikipedia.org/wiki/Marvel_Comics" TargetMode="External"/><Relationship Id="rId7" Type="http://schemas.openxmlformats.org/officeDocument/2006/relationships/hyperlink" Target="https://en.wikipedia.org/wiki/Jack_Kirby" TargetMode="External"/><Relationship Id="rId12" Type="http://schemas.openxmlformats.org/officeDocument/2006/relationships/hyperlink" Target="https://en.wikipedia.org/wiki/Avengers_(comics)" TargetMode="External"/><Relationship Id="rId17" Type="http://schemas.openxmlformats.org/officeDocument/2006/relationships/hyperlink" Target="https://en.wikipedia.org/wiki/Stark_Industries" TargetMode="External"/><Relationship Id="rId2" Type="http://schemas.openxmlformats.org/officeDocument/2006/relationships/hyperlink" Target="https://en.wikipedia.org/wiki/American_comic_book" TargetMode="External"/><Relationship Id="rId16" Type="http://schemas.openxmlformats.org/officeDocument/2006/relationships/hyperlink" Target="https://en.wikipedia.org/wiki/Hulk" TargetMode="External"/><Relationship Id="rId1" Type="http://schemas.openxmlformats.org/officeDocument/2006/relationships/hyperlink" Target="https://en.wikipedia.org/wiki/Superhero" TargetMode="External"/><Relationship Id="rId6" Type="http://schemas.openxmlformats.org/officeDocument/2006/relationships/hyperlink" Target="https://en.wikipedia.org/wiki/Don_Heck" TargetMode="External"/><Relationship Id="rId11" Type="http://schemas.openxmlformats.org/officeDocument/2006/relationships/hyperlink" Target="https://en.wikipedia.org/wiki/Iron_Man_(comic_book)" TargetMode="External"/><Relationship Id="rId5" Type="http://schemas.openxmlformats.org/officeDocument/2006/relationships/hyperlink" Target="https://en.wikipedia.org/wiki/Larry_Lieber" TargetMode="External"/><Relationship Id="rId15" Type="http://schemas.openxmlformats.org/officeDocument/2006/relationships/hyperlink" Target="https://en.wikipedia.org/wiki/Wasp_(character)" TargetMode="External"/><Relationship Id="rId10" Type="http://schemas.openxmlformats.org/officeDocument/2006/relationships/hyperlink" Target="https://en.wikipedia.org/wiki/Cover_date" TargetMode="External"/><Relationship Id="rId19" Type="http://schemas.openxmlformats.org/officeDocument/2006/relationships/hyperlink" Target="https://en.wikipedia.org/wiki/Vietnam_War" TargetMode="External"/><Relationship Id="rId4" Type="http://schemas.openxmlformats.org/officeDocument/2006/relationships/hyperlink" Target="https://en.wikipedia.org/wiki/Stan_Lee" TargetMode="External"/><Relationship Id="rId9" Type="http://schemas.openxmlformats.org/officeDocument/2006/relationships/hyperlink" Target="https://en.wikipedia.org/wiki/Tales_of_Suspense" TargetMode="External"/><Relationship Id="rId14" Type="http://schemas.openxmlformats.org/officeDocument/2006/relationships/hyperlink" Target="https://en.wikipedia.org/wiki/Hank_Pym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607599-8FFC-4F2F-8505-8A306089F49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3881A87-A4FE-444A-B7EE-7B15F29FBB84}">
      <dgm:prSet/>
      <dgm:spPr/>
      <dgm:t>
        <a:bodyPr/>
        <a:lstStyle/>
        <a:p>
          <a:pPr rtl="0"/>
          <a:r>
            <a:rPr lang="en-US" b="1" dirty="0" smtClean="0"/>
            <a:t>Iron Man</a:t>
          </a:r>
          <a:r>
            <a:rPr lang="en-US" dirty="0" smtClean="0"/>
            <a:t> is a </a:t>
          </a:r>
          <a:r>
            <a:rPr lang="en-US" dirty="0" smtClean="0">
              <a:hlinkClick xmlns:r="http://schemas.openxmlformats.org/officeDocument/2006/relationships" r:id="rId1"/>
            </a:rPr>
            <a:t>superhero</a:t>
          </a:r>
          <a:r>
            <a:rPr lang="en-US" dirty="0" smtClean="0"/>
            <a:t> appearing in </a:t>
          </a:r>
          <a:r>
            <a:rPr lang="en-US" dirty="0" smtClean="0">
              <a:hlinkClick xmlns:r="http://schemas.openxmlformats.org/officeDocument/2006/relationships" r:id="rId2"/>
            </a:rPr>
            <a:t>American comic books</a:t>
          </a:r>
          <a:r>
            <a:rPr lang="en-US" dirty="0" smtClean="0"/>
            <a:t> published by </a:t>
          </a:r>
          <a:r>
            <a:rPr lang="en-US" dirty="0" smtClean="0">
              <a:hlinkClick xmlns:r="http://schemas.openxmlformats.org/officeDocument/2006/relationships" r:id="rId3"/>
            </a:rPr>
            <a:t>Marvel Comics</a:t>
          </a:r>
          <a:r>
            <a:rPr lang="en-US" dirty="0" smtClean="0"/>
            <a:t>. Co-created by writer and editor </a:t>
          </a:r>
          <a:r>
            <a:rPr lang="en-US" dirty="0" smtClean="0">
              <a:hlinkClick xmlns:r="http://schemas.openxmlformats.org/officeDocument/2006/relationships" r:id="rId4"/>
            </a:rPr>
            <a:t>Stan Lee</a:t>
          </a:r>
          <a:r>
            <a:rPr lang="en-US" dirty="0" smtClean="0"/>
            <a:t>, developed by scripter </a:t>
          </a:r>
          <a:r>
            <a:rPr lang="en-US" dirty="0" smtClean="0">
              <a:hlinkClick xmlns:r="http://schemas.openxmlformats.org/officeDocument/2006/relationships" r:id="rId5"/>
            </a:rPr>
            <a:t>Larry </a:t>
          </a:r>
          <a:r>
            <a:rPr lang="en-US" dirty="0" err="1" smtClean="0">
              <a:hlinkClick xmlns:r="http://schemas.openxmlformats.org/officeDocument/2006/relationships" r:id="rId5"/>
            </a:rPr>
            <a:t>Lieber</a:t>
          </a:r>
          <a:r>
            <a:rPr lang="en-US" dirty="0" smtClean="0"/>
            <a:t>, and designed by artists </a:t>
          </a:r>
          <a:r>
            <a:rPr lang="en-US" dirty="0" smtClean="0">
              <a:hlinkClick xmlns:r="http://schemas.openxmlformats.org/officeDocument/2006/relationships" r:id="rId6"/>
            </a:rPr>
            <a:t>Don Heck</a:t>
          </a:r>
          <a:r>
            <a:rPr lang="en-US" dirty="0" smtClean="0"/>
            <a:t> and </a:t>
          </a:r>
          <a:r>
            <a:rPr lang="en-US" dirty="0" smtClean="0">
              <a:hlinkClick xmlns:r="http://schemas.openxmlformats.org/officeDocument/2006/relationships" r:id="rId7"/>
            </a:rPr>
            <a:t>Jack Kirby</a:t>
          </a:r>
          <a:r>
            <a:rPr lang="en-US" dirty="0" smtClean="0"/>
            <a:t>, the character </a:t>
          </a:r>
          <a:r>
            <a:rPr lang="en-US" dirty="0" smtClean="0">
              <a:hlinkClick xmlns:r="http://schemas.openxmlformats.org/officeDocument/2006/relationships" r:id="rId8"/>
            </a:rPr>
            <a:t>first appeared</a:t>
          </a:r>
          <a:r>
            <a:rPr lang="en-US" dirty="0" smtClean="0"/>
            <a:t> in </a:t>
          </a:r>
          <a:r>
            <a:rPr lang="en-US" i="1" dirty="0" smtClean="0">
              <a:hlinkClick xmlns:r="http://schemas.openxmlformats.org/officeDocument/2006/relationships" r:id="rId9"/>
            </a:rPr>
            <a:t>Tales of Suspense</a:t>
          </a:r>
          <a:r>
            <a:rPr lang="en-US" dirty="0" smtClean="0"/>
            <a:t> #39 in 1962 (</a:t>
          </a:r>
          <a:r>
            <a:rPr lang="en-US" dirty="0" smtClean="0">
              <a:hlinkClick xmlns:r="http://schemas.openxmlformats.org/officeDocument/2006/relationships" r:id="rId10"/>
            </a:rPr>
            <a:t>cover dated</a:t>
          </a:r>
          <a:r>
            <a:rPr lang="en-US" dirty="0" smtClean="0"/>
            <a:t> March 1963) and received his own title with </a:t>
          </a:r>
          <a:r>
            <a:rPr lang="en-US" i="1" dirty="0" smtClean="0">
              <a:hlinkClick xmlns:r="http://schemas.openxmlformats.org/officeDocument/2006/relationships" r:id="rId11"/>
            </a:rPr>
            <a:t>Iron Man</a:t>
          </a:r>
          <a:r>
            <a:rPr lang="en-US" dirty="0" smtClean="0"/>
            <a:t> #1 in 1968. Shortly after his creation, Iron Man became a founding member of the superhero team the </a:t>
          </a:r>
          <a:r>
            <a:rPr lang="en-US" dirty="0" smtClean="0">
              <a:hlinkClick xmlns:r="http://schemas.openxmlformats.org/officeDocument/2006/relationships" r:id="rId12"/>
            </a:rPr>
            <a:t>Avengers</a:t>
          </a:r>
          <a:r>
            <a:rPr lang="en-US" dirty="0" smtClean="0"/>
            <a:t>, alongside </a:t>
          </a:r>
          <a:r>
            <a:rPr lang="en-US" dirty="0" smtClean="0">
              <a:hlinkClick xmlns:r="http://schemas.openxmlformats.org/officeDocument/2006/relationships" r:id="rId13"/>
            </a:rPr>
            <a:t>Thor</a:t>
          </a:r>
          <a:r>
            <a:rPr lang="en-US" dirty="0" smtClean="0"/>
            <a:t>, </a:t>
          </a:r>
          <a:r>
            <a:rPr lang="en-US" dirty="0" smtClean="0">
              <a:hlinkClick xmlns:r="http://schemas.openxmlformats.org/officeDocument/2006/relationships" r:id="rId14"/>
            </a:rPr>
            <a:t>Ant-Man</a:t>
          </a:r>
          <a:r>
            <a:rPr lang="en-US" dirty="0" smtClean="0"/>
            <a:t>, the </a:t>
          </a:r>
          <a:r>
            <a:rPr lang="en-US" dirty="0" smtClean="0">
              <a:hlinkClick xmlns:r="http://schemas.openxmlformats.org/officeDocument/2006/relationships" r:id="rId15"/>
            </a:rPr>
            <a:t>Wasp</a:t>
          </a:r>
          <a:r>
            <a:rPr lang="en-US" dirty="0" smtClean="0"/>
            <a:t>, and the </a:t>
          </a:r>
          <a:r>
            <a:rPr lang="en-US" dirty="0" smtClean="0">
              <a:hlinkClick xmlns:r="http://schemas.openxmlformats.org/officeDocument/2006/relationships" r:id="rId16"/>
            </a:rPr>
            <a:t>Hulk</a:t>
          </a:r>
          <a:r>
            <a:rPr lang="en-US" dirty="0" smtClean="0"/>
            <a:t>. Iron Man stories, individually and with the Avengers, have been published consistently since the character's creation.</a:t>
          </a:r>
          <a:endParaRPr lang="en-US" dirty="0"/>
        </a:p>
      </dgm:t>
    </dgm:pt>
    <dgm:pt modelId="{A48E992B-A991-4A67-997F-137EA2E3A0C7}" type="parTrans" cxnId="{D9C31BA9-9C03-4BD8-895D-99B13A5EC696}">
      <dgm:prSet/>
      <dgm:spPr/>
      <dgm:t>
        <a:bodyPr/>
        <a:lstStyle/>
        <a:p>
          <a:endParaRPr lang="en-US"/>
        </a:p>
      </dgm:t>
    </dgm:pt>
    <dgm:pt modelId="{3799E5BB-D0A3-4158-B9A2-C39B12749EEB}" type="sibTrans" cxnId="{D9C31BA9-9C03-4BD8-895D-99B13A5EC696}">
      <dgm:prSet/>
      <dgm:spPr/>
      <dgm:t>
        <a:bodyPr/>
        <a:lstStyle/>
        <a:p>
          <a:endParaRPr lang="en-US"/>
        </a:p>
      </dgm:t>
    </dgm:pt>
    <dgm:pt modelId="{1CAA148C-0C6E-439D-AC8E-4C6451C62CC8}">
      <dgm:prSet/>
      <dgm:spPr/>
      <dgm:t>
        <a:bodyPr/>
        <a:lstStyle/>
        <a:p>
          <a:pPr rtl="0"/>
          <a:r>
            <a:rPr lang="en-US" smtClean="0"/>
            <a:t>Iron Man is the superhero persona of </a:t>
          </a:r>
          <a:r>
            <a:rPr lang="en-US" b="1" smtClean="0"/>
            <a:t>Anthony Edward</a:t>
          </a:r>
          <a:r>
            <a:rPr lang="en-US" smtClean="0"/>
            <a:t> "</a:t>
          </a:r>
          <a:r>
            <a:rPr lang="en-US" b="1" smtClean="0"/>
            <a:t>Tony</a:t>
          </a:r>
          <a:r>
            <a:rPr lang="en-US" smtClean="0"/>
            <a:t>" </a:t>
          </a:r>
          <a:r>
            <a:rPr lang="en-US" b="1" smtClean="0"/>
            <a:t>Stark</a:t>
          </a:r>
          <a:r>
            <a:rPr lang="en-US" smtClean="0"/>
            <a:t>, a businessman and engineer who runs the weapons manufacturing company </a:t>
          </a:r>
          <a:r>
            <a:rPr lang="en-US" smtClean="0">
              <a:hlinkClick xmlns:r="http://schemas.openxmlformats.org/officeDocument/2006/relationships" r:id="rId17"/>
            </a:rPr>
            <a:t>Stark Industries</a:t>
          </a:r>
          <a:r>
            <a:rPr lang="en-US" smtClean="0"/>
            <a:t>. When Stark was captured in a war zone and sustained a severe heart wound, he built his </a:t>
          </a:r>
          <a:r>
            <a:rPr lang="en-US" smtClean="0">
              <a:hlinkClick xmlns:r="http://schemas.openxmlformats.org/officeDocument/2006/relationships" r:id="rId18"/>
            </a:rPr>
            <a:t>Iron Man armor</a:t>
          </a:r>
          <a:r>
            <a:rPr lang="en-US" smtClean="0"/>
            <a:t> and escaped his captors. Iron Man's suits of armor grant him superhuman strength, flight, energy projection, and other abilities. The character was created in response to the </a:t>
          </a:r>
          <a:r>
            <a:rPr lang="en-US" smtClean="0">
              <a:hlinkClick xmlns:r="http://schemas.openxmlformats.org/officeDocument/2006/relationships" r:id="rId19"/>
            </a:rPr>
            <a:t>Vietnam War</a:t>
          </a:r>
          <a:r>
            <a:rPr lang="en-US" smtClean="0"/>
            <a:t> as Lee's attempt to create a likeable pro-war character. Since his creation, Iron Man has been used to explore political</a:t>
          </a:r>
          <a:endParaRPr lang="en-US"/>
        </a:p>
      </dgm:t>
    </dgm:pt>
    <dgm:pt modelId="{291BAD08-FA80-46E1-8E3E-E2753F2F34FA}" type="parTrans" cxnId="{A39B2C97-0D2B-4231-B33A-C43E10A95775}">
      <dgm:prSet/>
      <dgm:spPr/>
      <dgm:t>
        <a:bodyPr/>
        <a:lstStyle/>
        <a:p>
          <a:endParaRPr lang="en-US"/>
        </a:p>
      </dgm:t>
    </dgm:pt>
    <dgm:pt modelId="{58617182-4DF3-44D7-88F5-86C5AD89B562}" type="sibTrans" cxnId="{A39B2C97-0D2B-4231-B33A-C43E10A95775}">
      <dgm:prSet/>
      <dgm:spPr/>
      <dgm:t>
        <a:bodyPr/>
        <a:lstStyle/>
        <a:p>
          <a:endParaRPr lang="en-US"/>
        </a:p>
      </dgm:t>
    </dgm:pt>
    <dgm:pt modelId="{21E74BEC-15E3-4CF5-9CFF-1B83DCA2FFF1}" type="pres">
      <dgm:prSet presAssocID="{69607599-8FFC-4F2F-8505-8A306089F497}" presName="linear" presStyleCnt="0">
        <dgm:presLayoutVars>
          <dgm:animLvl val="lvl"/>
          <dgm:resizeHandles val="exact"/>
        </dgm:presLayoutVars>
      </dgm:prSet>
      <dgm:spPr/>
    </dgm:pt>
    <dgm:pt modelId="{0BDBFBA8-13AE-4BB1-8E7C-708645744C06}" type="pres">
      <dgm:prSet presAssocID="{53881A87-A4FE-444A-B7EE-7B15F29FBB8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824EB99-B357-4D88-8803-83BA6948D06B}" type="pres">
      <dgm:prSet presAssocID="{3799E5BB-D0A3-4158-B9A2-C39B12749EEB}" presName="spacer" presStyleCnt="0"/>
      <dgm:spPr/>
    </dgm:pt>
    <dgm:pt modelId="{AB74DC6B-42DD-4BCB-B7D5-7FDCA9C8A422}" type="pres">
      <dgm:prSet presAssocID="{1CAA148C-0C6E-439D-AC8E-4C6451C62CC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B0F4CC0-18EB-44FE-BCFE-72CFEE0E1F39}" type="presOf" srcId="{1CAA148C-0C6E-439D-AC8E-4C6451C62CC8}" destId="{AB74DC6B-42DD-4BCB-B7D5-7FDCA9C8A422}" srcOrd="0" destOrd="0" presId="urn:microsoft.com/office/officeart/2005/8/layout/vList2"/>
    <dgm:cxn modelId="{D9C31BA9-9C03-4BD8-895D-99B13A5EC696}" srcId="{69607599-8FFC-4F2F-8505-8A306089F497}" destId="{53881A87-A4FE-444A-B7EE-7B15F29FBB84}" srcOrd="0" destOrd="0" parTransId="{A48E992B-A991-4A67-997F-137EA2E3A0C7}" sibTransId="{3799E5BB-D0A3-4158-B9A2-C39B12749EEB}"/>
    <dgm:cxn modelId="{3E90C1AF-22DA-4148-A814-7D0373690484}" type="presOf" srcId="{69607599-8FFC-4F2F-8505-8A306089F497}" destId="{21E74BEC-15E3-4CF5-9CFF-1B83DCA2FFF1}" srcOrd="0" destOrd="0" presId="urn:microsoft.com/office/officeart/2005/8/layout/vList2"/>
    <dgm:cxn modelId="{32B2C6F6-1267-4D37-A8E5-C7BF8E6E6648}" type="presOf" srcId="{53881A87-A4FE-444A-B7EE-7B15F29FBB84}" destId="{0BDBFBA8-13AE-4BB1-8E7C-708645744C06}" srcOrd="0" destOrd="0" presId="urn:microsoft.com/office/officeart/2005/8/layout/vList2"/>
    <dgm:cxn modelId="{A39B2C97-0D2B-4231-B33A-C43E10A95775}" srcId="{69607599-8FFC-4F2F-8505-8A306089F497}" destId="{1CAA148C-0C6E-439D-AC8E-4C6451C62CC8}" srcOrd="1" destOrd="0" parTransId="{291BAD08-FA80-46E1-8E3E-E2753F2F34FA}" sibTransId="{58617182-4DF3-44D7-88F5-86C5AD89B562}"/>
    <dgm:cxn modelId="{2ED6B6BC-302E-4348-BD9E-92730F25341D}" type="presParOf" srcId="{21E74BEC-15E3-4CF5-9CFF-1B83DCA2FFF1}" destId="{0BDBFBA8-13AE-4BB1-8E7C-708645744C06}" srcOrd="0" destOrd="0" presId="urn:microsoft.com/office/officeart/2005/8/layout/vList2"/>
    <dgm:cxn modelId="{3C8392CC-0183-45EB-9D75-418EA18E4D8F}" type="presParOf" srcId="{21E74BEC-15E3-4CF5-9CFF-1B83DCA2FFF1}" destId="{B824EB99-B357-4D88-8803-83BA6948D06B}" srcOrd="1" destOrd="0" presId="urn:microsoft.com/office/officeart/2005/8/layout/vList2"/>
    <dgm:cxn modelId="{B4D04559-8B85-421C-AD13-294FAAD651D6}" type="presParOf" srcId="{21E74BEC-15E3-4CF5-9CFF-1B83DCA2FFF1}" destId="{AB74DC6B-42DD-4BCB-B7D5-7FDCA9C8A42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DBFBA8-13AE-4BB1-8E7C-708645744C06}">
      <dsp:nvSpPr>
        <dsp:cNvPr id="0" name=""/>
        <dsp:cNvSpPr/>
      </dsp:nvSpPr>
      <dsp:spPr>
        <a:xfrm>
          <a:off x="0" y="358221"/>
          <a:ext cx="8229600" cy="188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/>
            <a:t>Iron Man</a:t>
          </a:r>
          <a:r>
            <a:rPr lang="en-US" sz="1300" kern="1200" dirty="0" smtClean="0"/>
            <a:t> is a </a:t>
          </a:r>
          <a:r>
            <a:rPr lang="en-US" sz="1300" kern="1200" dirty="0" smtClean="0">
              <a:hlinkClick xmlns:r="http://schemas.openxmlformats.org/officeDocument/2006/relationships" r:id="rId1"/>
            </a:rPr>
            <a:t>superhero</a:t>
          </a:r>
          <a:r>
            <a:rPr lang="en-US" sz="1300" kern="1200" dirty="0" smtClean="0"/>
            <a:t> appearing in </a:t>
          </a:r>
          <a:r>
            <a:rPr lang="en-US" sz="1300" kern="1200" dirty="0" smtClean="0">
              <a:hlinkClick xmlns:r="http://schemas.openxmlformats.org/officeDocument/2006/relationships" r:id="rId2"/>
            </a:rPr>
            <a:t>American comic books</a:t>
          </a:r>
          <a:r>
            <a:rPr lang="en-US" sz="1300" kern="1200" dirty="0" smtClean="0"/>
            <a:t> published by </a:t>
          </a:r>
          <a:r>
            <a:rPr lang="en-US" sz="1300" kern="1200" dirty="0" smtClean="0">
              <a:hlinkClick xmlns:r="http://schemas.openxmlformats.org/officeDocument/2006/relationships" r:id="rId3"/>
            </a:rPr>
            <a:t>Marvel Comics</a:t>
          </a:r>
          <a:r>
            <a:rPr lang="en-US" sz="1300" kern="1200" dirty="0" smtClean="0"/>
            <a:t>. Co-created by writer and editor </a:t>
          </a:r>
          <a:r>
            <a:rPr lang="en-US" sz="1300" kern="1200" dirty="0" smtClean="0">
              <a:hlinkClick xmlns:r="http://schemas.openxmlformats.org/officeDocument/2006/relationships" r:id="rId4"/>
            </a:rPr>
            <a:t>Stan Lee</a:t>
          </a:r>
          <a:r>
            <a:rPr lang="en-US" sz="1300" kern="1200" dirty="0" smtClean="0"/>
            <a:t>, developed by scripter </a:t>
          </a:r>
          <a:r>
            <a:rPr lang="en-US" sz="1300" kern="1200" dirty="0" smtClean="0">
              <a:hlinkClick xmlns:r="http://schemas.openxmlformats.org/officeDocument/2006/relationships" r:id="rId5"/>
            </a:rPr>
            <a:t>Larry </a:t>
          </a:r>
          <a:r>
            <a:rPr lang="en-US" sz="1300" kern="1200" dirty="0" err="1" smtClean="0">
              <a:hlinkClick xmlns:r="http://schemas.openxmlformats.org/officeDocument/2006/relationships" r:id="rId5"/>
            </a:rPr>
            <a:t>Lieber</a:t>
          </a:r>
          <a:r>
            <a:rPr lang="en-US" sz="1300" kern="1200" dirty="0" smtClean="0"/>
            <a:t>, and designed by artists </a:t>
          </a:r>
          <a:r>
            <a:rPr lang="en-US" sz="1300" kern="1200" dirty="0" smtClean="0">
              <a:hlinkClick xmlns:r="http://schemas.openxmlformats.org/officeDocument/2006/relationships" r:id="rId6"/>
            </a:rPr>
            <a:t>Don Heck</a:t>
          </a:r>
          <a:r>
            <a:rPr lang="en-US" sz="1300" kern="1200" dirty="0" smtClean="0"/>
            <a:t> and </a:t>
          </a:r>
          <a:r>
            <a:rPr lang="en-US" sz="1300" kern="1200" dirty="0" smtClean="0">
              <a:hlinkClick xmlns:r="http://schemas.openxmlformats.org/officeDocument/2006/relationships" r:id="rId7"/>
            </a:rPr>
            <a:t>Jack Kirby</a:t>
          </a:r>
          <a:r>
            <a:rPr lang="en-US" sz="1300" kern="1200" dirty="0" smtClean="0"/>
            <a:t>, the character </a:t>
          </a:r>
          <a:r>
            <a:rPr lang="en-US" sz="1300" kern="1200" dirty="0" smtClean="0">
              <a:hlinkClick xmlns:r="http://schemas.openxmlformats.org/officeDocument/2006/relationships" r:id="rId8"/>
            </a:rPr>
            <a:t>first appeared</a:t>
          </a:r>
          <a:r>
            <a:rPr lang="en-US" sz="1300" kern="1200" dirty="0" smtClean="0"/>
            <a:t> in </a:t>
          </a:r>
          <a:r>
            <a:rPr lang="en-US" sz="1300" i="1" kern="1200" dirty="0" smtClean="0">
              <a:hlinkClick xmlns:r="http://schemas.openxmlformats.org/officeDocument/2006/relationships" r:id="rId9"/>
            </a:rPr>
            <a:t>Tales of Suspense</a:t>
          </a:r>
          <a:r>
            <a:rPr lang="en-US" sz="1300" kern="1200" dirty="0" smtClean="0"/>
            <a:t> #39 in 1962 (</a:t>
          </a:r>
          <a:r>
            <a:rPr lang="en-US" sz="1300" kern="1200" dirty="0" smtClean="0">
              <a:hlinkClick xmlns:r="http://schemas.openxmlformats.org/officeDocument/2006/relationships" r:id="rId10"/>
            </a:rPr>
            <a:t>cover dated</a:t>
          </a:r>
          <a:r>
            <a:rPr lang="en-US" sz="1300" kern="1200" dirty="0" smtClean="0"/>
            <a:t> March 1963) and received his own title with </a:t>
          </a:r>
          <a:r>
            <a:rPr lang="en-US" sz="1300" i="1" kern="1200" dirty="0" smtClean="0">
              <a:hlinkClick xmlns:r="http://schemas.openxmlformats.org/officeDocument/2006/relationships" r:id="rId11"/>
            </a:rPr>
            <a:t>Iron Man</a:t>
          </a:r>
          <a:r>
            <a:rPr lang="en-US" sz="1300" kern="1200" dirty="0" smtClean="0"/>
            <a:t> #1 in 1968. Shortly after his creation, Iron Man became a founding member of the superhero team the </a:t>
          </a:r>
          <a:r>
            <a:rPr lang="en-US" sz="1300" kern="1200" dirty="0" smtClean="0">
              <a:hlinkClick xmlns:r="http://schemas.openxmlformats.org/officeDocument/2006/relationships" r:id="rId12"/>
            </a:rPr>
            <a:t>Avengers</a:t>
          </a:r>
          <a:r>
            <a:rPr lang="en-US" sz="1300" kern="1200" dirty="0" smtClean="0"/>
            <a:t>, alongside </a:t>
          </a:r>
          <a:r>
            <a:rPr lang="en-US" sz="1300" kern="1200" dirty="0" smtClean="0">
              <a:hlinkClick xmlns:r="http://schemas.openxmlformats.org/officeDocument/2006/relationships" r:id="rId13"/>
            </a:rPr>
            <a:t>Thor</a:t>
          </a:r>
          <a:r>
            <a:rPr lang="en-US" sz="1300" kern="1200" dirty="0" smtClean="0"/>
            <a:t>, </a:t>
          </a:r>
          <a:r>
            <a:rPr lang="en-US" sz="1300" kern="1200" dirty="0" smtClean="0">
              <a:hlinkClick xmlns:r="http://schemas.openxmlformats.org/officeDocument/2006/relationships" r:id="rId14"/>
            </a:rPr>
            <a:t>Ant-Man</a:t>
          </a:r>
          <a:r>
            <a:rPr lang="en-US" sz="1300" kern="1200" dirty="0" smtClean="0"/>
            <a:t>, the </a:t>
          </a:r>
          <a:r>
            <a:rPr lang="en-US" sz="1300" kern="1200" dirty="0" smtClean="0">
              <a:hlinkClick xmlns:r="http://schemas.openxmlformats.org/officeDocument/2006/relationships" r:id="rId15"/>
            </a:rPr>
            <a:t>Wasp</a:t>
          </a:r>
          <a:r>
            <a:rPr lang="en-US" sz="1300" kern="1200" dirty="0" smtClean="0"/>
            <a:t>, and the </a:t>
          </a:r>
          <a:r>
            <a:rPr lang="en-US" sz="1300" kern="1200" dirty="0" smtClean="0">
              <a:hlinkClick xmlns:r="http://schemas.openxmlformats.org/officeDocument/2006/relationships" r:id="rId16"/>
            </a:rPr>
            <a:t>Hulk</a:t>
          </a:r>
          <a:r>
            <a:rPr lang="en-US" sz="1300" kern="1200" dirty="0" smtClean="0"/>
            <a:t>. Iron Man stories, individually and with the Avengers, have been published consistently since the character's creation.</a:t>
          </a:r>
          <a:endParaRPr lang="en-US" sz="1300" kern="1200" dirty="0"/>
        </a:p>
      </dsp:txBody>
      <dsp:txXfrm>
        <a:off x="92069" y="450290"/>
        <a:ext cx="8045462" cy="1701902"/>
      </dsp:txXfrm>
    </dsp:sp>
    <dsp:sp modelId="{AB74DC6B-42DD-4BCB-B7D5-7FDCA9C8A422}">
      <dsp:nvSpPr>
        <dsp:cNvPr id="0" name=""/>
        <dsp:cNvSpPr/>
      </dsp:nvSpPr>
      <dsp:spPr>
        <a:xfrm>
          <a:off x="0" y="2281701"/>
          <a:ext cx="8229600" cy="1886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/>
            <a:t>Iron Man is the superhero persona of </a:t>
          </a:r>
          <a:r>
            <a:rPr lang="en-US" sz="1300" b="1" kern="1200" smtClean="0"/>
            <a:t>Anthony Edward</a:t>
          </a:r>
          <a:r>
            <a:rPr lang="en-US" sz="1300" kern="1200" smtClean="0"/>
            <a:t> "</a:t>
          </a:r>
          <a:r>
            <a:rPr lang="en-US" sz="1300" b="1" kern="1200" smtClean="0"/>
            <a:t>Tony</a:t>
          </a:r>
          <a:r>
            <a:rPr lang="en-US" sz="1300" kern="1200" smtClean="0"/>
            <a:t>" </a:t>
          </a:r>
          <a:r>
            <a:rPr lang="en-US" sz="1300" b="1" kern="1200" smtClean="0"/>
            <a:t>Stark</a:t>
          </a:r>
          <a:r>
            <a:rPr lang="en-US" sz="1300" kern="1200" smtClean="0"/>
            <a:t>, a businessman and engineer who runs the weapons manufacturing company </a:t>
          </a:r>
          <a:r>
            <a:rPr lang="en-US" sz="1300" kern="1200" smtClean="0">
              <a:hlinkClick xmlns:r="http://schemas.openxmlformats.org/officeDocument/2006/relationships" r:id="rId17"/>
            </a:rPr>
            <a:t>Stark Industries</a:t>
          </a:r>
          <a:r>
            <a:rPr lang="en-US" sz="1300" kern="1200" smtClean="0"/>
            <a:t>. When Stark was captured in a war zone and sustained a severe heart wound, he built his </a:t>
          </a:r>
          <a:r>
            <a:rPr lang="en-US" sz="1300" kern="1200" smtClean="0">
              <a:hlinkClick xmlns:r="http://schemas.openxmlformats.org/officeDocument/2006/relationships" r:id="rId18"/>
            </a:rPr>
            <a:t>Iron Man armor</a:t>
          </a:r>
          <a:r>
            <a:rPr lang="en-US" sz="1300" kern="1200" smtClean="0"/>
            <a:t> and escaped his captors. Iron Man's suits of armor grant him superhuman strength, flight, energy projection, and other abilities. The character was created in response to the </a:t>
          </a:r>
          <a:r>
            <a:rPr lang="en-US" sz="1300" kern="1200" smtClean="0">
              <a:hlinkClick xmlns:r="http://schemas.openxmlformats.org/officeDocument/2006/relationships" r:id="rId19"/>
            </a:rPr>
            <a:t>Vietnam War</a:t>
          </a:r>
          <a:r>
            <a:rPr lang="en-US" sz="1300" kern="1200" smtClean="0"/>
            <a:t> as Lee's attempt to create a likeable pro-war character. Since his creation, Iron Man has been used to explore political</a:t>
          </a:r>
          <a:endParaRPr lang="en-US" sz="1300" kern="1200"/>
        </a:p>
      </dsp:txBody>
      <dsp:txXfrm>
        <a:off x="92069" y="2373770"/>
        <a:ext cx="8045462" cy="17019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34A14DD-7E40-4ABD-930C-56F49C6CFEB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A21C860-EF1C-41C0-8EFF-9A02E0D02B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34A14DD-7E40-4ABD-930C-56F49C6CFEB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A21C860-EF1C-41C0-8EFF-9A02E0D02B0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34A14DD-7E40-4ABD-930C-56F49C6CFEB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A21C860-EF1C-41C0-8EFF-9A02E0D02B0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34A14DD-7E40-4ABD-930C-56F49C6CFEB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A21C860-EF1C-41C0-8EFF-9A02E0D02B0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34A14DD-7E40-4ABD-930C-56F49C6CFEB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A21C860-EF1C-41C0-8EFF-9A02E0D02B0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34A14DD-7E40-4ABD-930C-56F49C6CFEB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A21C860-EF1C-41C0-8EFF-9A02E0D02B0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34A14DD-7E40-4ABD-930C-56F49C6CFEB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A21C860-EF1C-41C0-8EFF-9A02E0D02B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734A14DD-7E40-4ABD-930C-56F49C6CFEB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A21C860-EF1C-41C0-8EFF-9A02E0D02B0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34A14DD-7E40-4ABD-930C-56F49C6CFEB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A21C860-EF1C-41C0-8EFF-9A02E0D02B0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34A14DD-7E40-4ABD-930C-56F49C6CFEB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A21C860-EF1C-41C0-8EFF-9A02E0D02B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34A14DD-7E40-4ABD-930C-56F49C6CFEB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A21C860-EF1C-41C0-8EFF-9A02E0D02B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34A14DD-7E40-4ABD-930C-56F49C6CFEB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A21C860-EF1C-41C0-8EFF-9A02E0D02B0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Civil_War_II" TargetMode="External"/><Relationship Id="rId13" Type="http://schemas.openxmlformats.org/officeDocument/2006/relationships/hyperlink" Target="https://en.wikipedia.org/wiki/List_of_Iron_Man_enemies" TargetMode="External"/><Relationship Id="rId18" Type="http://schemas.openxmlformats.org/officeDocument/2006/relationships/hyperlink" Target="https://en.wikipedia.org/wiki/Tony_Stark_(Marvel_Cinematic_Universe)" TargetMode="External"/><Relationship Id="rId3" Type="http://schemas.openxmlformats.org/officeDocument/2006/relationships/hyperlink" Target="https://en.wikipedia.org/wiki/Armor_Wars" TargetMode="External"/><Relationship Id="rId21" Type="http://schemas.openxmlformats.org/officeDocument/2006/relationships/hyperlink" Target="https://en.wikipedia.org/wiki/Avengers:_Endgame" TargetMode="External"/><Relationship Id="rId7" Type="http://schemas.openxmlformats.org/officeDocument/2006/relationships/hyperlink" Target="https://en.wikipedia.org/wiki/Dark_Reign_(comics)" TargetMode="External"/><Relationship Id="rId12" Type="http://schemas.openxmlformats.org/officeDocument/2006/relationships/hyperlink" Target="https://en.wikipedia.org/wiki/Hawkeye_(Clint_Barton)" TargetMode="External"/><Relationship Id="rId17" Type="http://schemas.openxmlformats.org/officeDocument/2006/relationships/hyperlink" Target="https://en.wikipedia.org/wiki/Robert_Downey_Jr." TargetMode="External"/><Relationship Id="rId2" Type="http://schemas.openxmlformats.org/officeDocument/2006/relationships/hyperlink" Target="https://en.wikipedia.org/wiki/Demon_in_a_Bottle" TargetMode="External"/><Relationship Id="rId16" Type="http://schemas.openxmlformats.org/officeDocument/2006/relationships/hyperlink" Target="https://en.wikipedia.org/wiki/Communist" TargetMode="External"/><Relationship Id="rId20" Type="http://schemas.openxmlformats.org/officeDocument/2006/relationships/hyperlink" Target="https://en.wikipedia.org/wiki/Marvel_Cinematic_Univers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ivil_War_(comics)" TargetMode="External"/><Relationship Id="rId11" Type="http://schemas.openxmlformats.org/officeDocument/2006/relationships/hyperlink" Target="https://en.wikipedia.org/wiki/Black_Widow_(Natasha_Romanova)" TargetMode="External"/><Relationship Id="rId24" Type="http://schemas.openxmlformats.org/officeDocument/2006/relationships/image" Target="../media/image2.png"/><Relationship Id="rId5" Type="http://schemas.openxmlformats.org/officeDocument/2006/relationships/hyperlink" Target="https://en.wikipedia.org/wiki/Iron_Man_2020_(event)" TargetMode="External"/><Relationship Id="rId15" Type="http://schemas.openxmlformats.org/officeDocument/2006/relationships/hyperlink" Target="https://en.wikipedia.org/wiki/Mandarin_(character)" TargetMode="External"/><Relationship Id="rId23" Type="http://schemas.openxmlformats.org/officeDocument/2006/relationships/hyperlink" Target="https://en.wikipedia.org/wiki/Direct-to-video" TargetMode="External"/><Relationship Id="rId10" Type="http://schemas.openxmlformats.org/officeDocument/2006/relationships/hyperlink" Target="https://en.wikipedia.org/wiki/Ironheart_(character)" TargetMode="External"/><Relationship Id="rId19" Type="http://schemas.openxmlformats.org/officeDocument/2006/relationships/hyperlink" Target="https://en.wikipedia.org/wiki/Iron_Man_(2008_film)" TargetMode="External"/><Relationship Id="rId4" Type="http://schemas.openxmlformats.org/officeDocument/2006/relationships/hyperlink" Target="https://en.wikipedia.org/wiki/Extremis" TargetMode="External"/><Relationship Id="rId9" Type="http://schemas.openxmlformats.org/officeDocument/2006/relationships/hyperlink" Target="https://en.wikipedia.org/wiki/War_Machine" TargetMode="External"/><Relationship Id="rId14" Type="http://schemas.openxmlformats.org/officeDocument/2006/relationships/hyperlink" Target="https://en.wikipedia.org/wiki/Archenemy" TargetMode="External"/><Relationship Id="rId22" Type="http://schemas.openxmlformats.org/officeDocument/2006/relationships/hyperlink" Target="https://en.wikipedia.org/wiki/Iron_Man_in_other_media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04800"/>
            <a:ext cx="7772400" cy="6286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524000"/>
            <a:ext cx="7848600" cy="5105400"/>
          </a:xfrm>
        </p:spPr>
        <p:txBody>
          <a:bodyPr/>
          <a:lstStyle/>
          <a:p>
            <a:pPr algn="l"/>
            <a:r>
              <a:rPr lang="en-US" dirty="0" err="1" smtClean="0"/>
              <a:t>Name:XpertEspire</a:t>
            </a:r>
            <a:endParaRPr lang="en-US" dirty="0" smtClean="0"/>
          </a:p>
          <a:p>
            <a:pPr algn="l"/>
            <a:r>
              <a:rPr lang="en-US" dirty="0" err="1" smtClean="0"/>
              <a:t>Level:Bachelor</a:t>
            </a:r>
            <a:r>
              <a:rPr lang="en-US" dirty="0" smtClean="0"/>
              <a:t>{BCA(1</a:t>
            </a:r>
            <a:r>
              <a:rPr lang="en-US" baseline="30000" dirty="0" smtClean="0">
                <a:solidFill>
                  <a:srgbClr val="FF0000"/>
                </a:solidFill>
              </a:rPr>
              <a:t>st</a:t>
            </a:r>
            <a:r>
              <a:rPr lang="en-US" baseline="30000" dirty="0" smtClean="0"/>
              <a:t>  </a:t>
            </a:r>
            <a:r>
              <a:rPr lang="en-US" dirty="0" smtClean="0"/>
              <a:t>Year)}</a:t>
            </a:r>
          </a:p>
          <a:p>
            <a:pPr algn="l"/>
            <a:r>
              <a:rPr lang="en-US" dirty="0" smtClean="0"/>
              <a:t>RollNo:09</a:t>
            </a:r>
          </a:p>
          <a:p>
            <a:pPr algn="l"/>
            <a:r>
              <a:rPr lang="en-US" dirty="0" err="1" smtClean="0"/>
              <a:t>Subject:Computer</a:t>
            </a:r>
            <a:r>
              <a:rPr lang="en-US" dirty="0" smtClean="0"/>
              <a:t> Fundamentals and </a:t>
            </a:r>
            <a:r>
              <a:rPr lang="en-US" dirty="0" err="1" smtClean="0"/>
              <a:t>Apppli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606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0088629"/>
              </p:ext>
            </p:extLst>
          </p:nvPr>
        </p:nvGraphicFramePr>
        <p:xfrm>
          <a:off x="457200" y="1481138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Iron Man</a:t>
            </a:r>
            <a:endParaRPr 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85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400800" cy="3429000"/>
          </a:xfrm>
        </p:spPr>
        <p:txBody>
          <a:bodyPr>
            <a:normAutofit fontScale="47500" lnSpcReduction="20000"/>
          </a:bodyPr>
          <a:lstStyle/>
          <a:p>
            <a:r>
              <a:rPr lang="en-US" dirty="0" smtClean="0"/>
              <a:t>Major Iron Man stories include "</a:t>
            </a:r>
            <a:r>
              <a:rPr lang="en-US" dirty="0" smtClean="0">
                <a:hlinkClick r:id="rId2" tooltip="Demon in a Bottle"/>
              </a:rPr>
              <a:t>Demon in a Bottle</a:t>
            </a:r>
            <a:r>
              <a:rPr lang="en-US" dirty="0" smtClean="0"/>
              <a:t>" (1979), "</a:t>
            </a:r>
            <a:r>
              <a:rPr lang="en-US" dirty="0" smtClean="0">
                <a:hlinkClick r:id="rId3" tooltip="Armor Wars"/>
              </a:rPr>
              <a:t>Armor Wars</a:t>
            </a:r>
            <a:r>
              <a:rPr lang="en-US" dirty="0" smtClean="0"/>
              <a:t>" (1987–1988), "</a:t>
            </a:r>
            <a:r>
              <a:rPr lang="en-US" dirty="0" smtClean="0">
                <a:hlinkClick r:id="rId4" tooltip="Extremis"/>
              </a:rPr>
              <a:t>Extremis</a:t>
            </a:r>
            <a:r>
              <a:rPr lang="en-US" dirty="0" smtClean="0"/>
              <a:t>" (2005), and "</a:t>
            </a:r>
            <a:r>
              <a:rPr lang="en-US" dirty="0" smtClean="0">
                <a:hlinkClick r:id="rId5" tooltip="Iron Man 2020 (event)"/>
              </a:rPr>
              <a:t>Iron Man 2020</a:t>
            </a:r>
            <a:r>
              <a:rPr lang="en-US" dirty="0" smtClean="0"/>
              <a:t>" (2020). He is also a leading character in the company-wide stories </a:t>
            </a:r>
            <a:r>
              <a:rPr lang="en-US" i="1" dirty="0" smtClean="0">
                <a:hlinkClick r:id="rId6" tooltip="Civil War (comics)"/>
              </a:rPr>
              <a:t>Civil War</a:t>
            </a:r>
            <a:r>
              <a:rPr lang="en-US" dirty="0" smtClean="0"/>
              <a:t> (2006–2007), </a:t>
            </a:r>
            <a:r>
              <a:rPr lang="en-US" i="1" dirty="0" smtClean="0">
                <a:hlinkClick r:id="rId7" tooltip="Dark Reign (comics)"/>
              </a:rPr>
              <a:t>Dark Reign</a:t>
            </a:r>
            <a:r>
              <a:rPr lang="en-US" dirty="0" smtClean="0"/>
              <a:t> (2008–2009), and </a:t>
            </a:r>
            <a:r>
              <a:rPr lang="en-US" i="1" dirty="0" smtClean="0">
                <a:hlinkClick r:id="rId8" tooltip="Civil War II"/>
              </a:rPr>
              <a:t>Civil War II</a:t>
            </a:r>
            <a:r>
              <a:rPr lang="en-US" dirty="0" smtClean="0"/>
              <a:t> (2016). Additional superhero characters have emerged from Iron Man's supporting cast, including James Rhodes as </a:t>
            </a:r>
            <a:r>
              <a:rPr lang="en-US" dirty="0" smtClean="0">
                <a:hlinkClick r:id="rId9" tooltip="War Machine"/>
              </a:rPr>
              <a:t>War Machine</a:t>
            </a:r>
            <a:r>
              <a:rPr lang="en-US" dirty="0" smtClean="0"/>
              <a:t> and </a:t>
            </a:r>
            <a:r>
              <a:rPr lang="en-US" dirty="0" err="1" smtClean="0"/>
              <a:t>Riri</a:t>
            </a:r>
            <a:r>
              <a:rPr lang="en-US" dirty="0" smtClean="0"/>
              <a:t> Williams as </a:t>
            </a:r>
            <a:r>
              <a:rPr lang="en-US" dirty="0" err="1" smtClean="0">
                <a:hlinkClick r:id="rId10" tooltip="Ironheart (character)"/>
              </a:rPr>
              <a:t>Ironheart</a:t>
            </a:r>
            <a:r>
              <a:rPr lang="en-US" dirty="0" smtClean="0"/>
              <a:t>, as well as reformed villains, Natasha </a:t>
            </a:r>
            <a:r>
              <a:rPr lang="en-US" dirty="0" err="1" smtClean="0"/>
              <a:t>Romanova</a:t>
            </a:r>
            <a:r>
              <a:rPr lang="en-US" dirty="0" smtClean="0"/>
              <a:t> as </a:t>
            </a:r>
            <a:r>
              <a:rPr lang="en-US" dirty="0" smtClean="0">
                <a:hlinkClick r:id="rId11" tooltip="Black Widow (Natasha Romanova)"/>
              </a:rPr>
              <a:t>Black Widow</a:t>
            </a:r>
            <a:r>
              <a:rPr lang="en-US" dirty="0" smtClean="0"/>
              <a:t> and Clint Barton as </a:t>
            </a:r>
            <a:r>
              <a:rPr lang="en-US" dirty="0" smtClean="0">
                <a:hlinkClick r:id="rId12" tooltip="Hawkeye (Clint Barton)"/>
              </a:rPr>
              <a:t>Hawkeye</a:t>
            </a:r>
            <a:r>
              <a:rPr lang="en-US" dirty="0" smtClean="0"/>
              <a:t>. Iron Man's </a:t>
            </a:r>
            <a:r>
              <a:rPr lang="en-US" dirty="0" smtClean="0">
                <a:hlinkClick r:id="rId13" tooltip="List of Iron Man enemies"/>
              </a:rPr>
              <a:t>list of enemies</a:t>
            </a:r>
            <a:r>
              <a:rPr lang="en-US" dirty="0" smtClean="0"/>
              <a:t> includes his </a:t>
            </a:r>
            <a:r>
              <a:rPr lang="en-US" dirty="0" smtClean="0">
                <a:hlinkClick r:id="rId14" tooltip="Archenemy"/>
              </a:rPr>
              <a:t>archenemy</a:t>
            </a:r>
            <a:r>
              <a:rPr lang="en-US" dirty="0" smtClean="0"/>
              <a:t>, the </a:t>
            </a:r>
            <a:r>
              <a:rPr lang="en-US" dirty="0" smtClean="0">
                <a:hlinkClick r:id="rId15" tooltip="Mandarin (character)"/>
              </a:rPr>
              <a:t>Mandarin</a:t>
            </a:r>
            <a:r>
              <a:rPr lang="en-US" dirty="0" smtClean="0"/>
              <a:t>, various </a:t>
            </a:r>
            <a:r>
              <a:rPr lang="en-US" dirty="0" err="1" smtClean="0"/>
              <a:t>supervillains</a:t>
            </a:r>
            <a:r>
              <a:rPr lang="en-US" dirty="0" smtClean="0"/>
              <a:t> of </a:t>
            </a:r>
            <a:r>
              <a:rPr lang="en-US" dirty="0" smtClean="0">
                <a:hlinkClick r:id="rId16" tooltip="Communist"/>
              </a:rPr>
              <a:t>communist</a:t>
            </a:r>
            <a:r>
              <a:rPr lang="en-US" dirty="0" smtClean="0"/>
              <a:t> origin, and many of Stark's business rivals.</a:t>
            </a:r>
          </a:p>
          <a:p>
            <a:r>
              <a:rPr lang="en-US" dirty="0" smtClean="0">
                <a:hlinkClick r:id="rId17" tooltip="Robert Downey Jr."/>
              </a:rPr>
              <a:t>Robert Downey Jr.</a:t>
            </a:r>
            <a:r>
              <a:rPr lang="en-US" dirty="0" smtClean="0"/>
              <a:t> portrayed </a:t>
            </a:r>
            <a:r>
              <a:rPr lang="en-US" dirty="0" smtClean="0">
                <a:hlinkClick r:id="rId18" tooltip="Tony Stark (Marvel Cinematic Universe)"/>
              </a:rPr>
              <a:t>Tony Stark</a:t>
            </a:r>
            <a:r>
              <a:rPr lang="en-US" dirty="0" smtClean="0"/>
              <a:t> in </a:t>
            </a:r>
            <a:r>
              <a:rPr lang="en-US" i="1" dirty="0" smtClean="0">
                <a:hlinkClick r:id="rId19" tooltip="Iron Man (2008 film)"/>
              </a:rPr>
              <a:t>Iron Man</a:t>
            </a:r>
            <a:r>
              <a:rPr lang="en-US" dirty="0" smtClean="0"/>
              <a:t> (2008), the first film of the </a:t>
            </a:r>
            <a:r>
              <a:rPr lang="en-US" dirty="0" smtClean="0">
                <a:hlinkClick r:id="rId20" tooltip="Marvel Cinematic Universe"/>
              </a:rPr>
              <a:t>Marvel Cinematic Universe</a:t>
            </a:r>
            <a:r>
              <a:rPr lang="en-US" dirty="0" smtClean="0"/>
              <a:t>, and continued to portray the character until his final live-action appearance in </a:t>
            </a:r>
            <a:r>
              <a:rPr lang="en-US" i="1" dirty="0" smtClean="0">
                <a:hlinkClick r:id="rId21" tooltip="Avengers: Endgame"/>
              </a:rPr>
              <a:t>Avengers: Endgame</a:t>
            </a:r>
            <a:r>
              <a:rPr lang="en-US" dirty="0" smtClean="0"/>
              <a:t> (2019). Downey's portrayal popularized the character, elevating Iron Man into one of Marvel's most recognizable superheroes. </a:t>
            </a:r>
            <a:r>
              <a:rPr lang="en-US" dirty="0" smtClean="0">
                <a:hlinkClick r:id="rId22" tooltip="Iron Man in other media"/>
              </a:rPr>
              <a:t>Other adaptations</a:t>
            </a:r>
            <a:r>
              <a:rPr lang="en-US" dirty="0" smtClean="0"/>
              <a:t> of the character appear in animated </a:t>
            </a:r>
            <a:r>
              <a:rPr lang="en-US" dirty="0" smtClean="0">
                <a:hlinkClick r:id="rId23" tooltip="Direct-to-video"/>
              </a:rPr>
              <a:t>direct-to-video</a:t>
            </a:r>
            <a:r>
              <a:rPr lang="en-US" dirty="0" smtClean="0"/>
              <a:t> films, television series, and video games.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en-US" dirty="0" smtClean="0"/>
              <a:t>    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676400"/>
            <a:ext cx="1695143" cy="230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2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54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26</TotalTime>
  <Words>68</Words>
  <Application>Microsoft Office PowerPoint</Application>
  <PresentationFormat>On-screen Show (4:3)</PresentationFormat>
  <Paragraphs>11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Concourse</vt:lpstr>
      <vt:lpstr>Introduction</vt:lpstr>
      <vt:lpstr>Iron Man</vt:lpstr>
      <vt:lpstr>    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BCA</dc:creator>
  <cp:lastModifiedBy>BCA</cp:lastModifiedBy>
  <cp:revision>4</cp:revision>
  <dcterms:created xsi:type="dcterms:W3CDTF">2026-02-05T03:37:30Z</dcterms:created>
  <dcterms:modified xsi:type="dcterms:W3CDTF">2026-02-05T04:04:03Z</dcterms:modified>
</cp:coreProperties>
</file>